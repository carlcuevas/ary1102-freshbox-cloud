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
Buenos días. Soy Carlos Cuevas, sección ARY1102. Presento la arquitectura cloud de FreshBox SpA, diseñada y desplegada en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
FreshBox es una PyME chilena de productos orgánicos con despacho a domicilio en la Región Metropolitana. Su demanda crece 40% cada trimestre, casi 3,8 veces al año. Ese ritmo genera una tensión real: sobredimensionar inmoviliza capital que la empresa necesita para logística y operación; subdimensionar hace caer el servicio justo cuando hay más ventas en juego. La organización declaró cinco necesidades para esta etapa: visualización y administración de productos, escalabilidad automática, alta disponibilidad, y optimización operacional y financiera. El alcance de este EP1 es solo el catálogo administrable; carrito y órdenes quedan para etapas posteriores.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
Cada decisión de arquitectura responde a un objetivo de negocio concreto. El crecimiento del 40% trimestral se resuelve con un Auto Scaling Group de mínimo 2 y máximo 4 instancias, capacidad duplicable sin intervención humana. La continuidad se resuelve con el balanceador en dos zonas de disponibilidad; de hecho, observamos el reemplazo automático de instancias durante el despliegue. La optimización financiera viene de usar instancias Graviton pagadas por uso, y la protección de datos, del cifrado y de una base de datos sin ruta desde Internet. Los beneficios esperados: elasticidad sin comprar hardware, continuidad ante falla de una zona, y una base lista para carrito y órdenes sin rediseñar la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
Los requerimientos se levantaron con cuatro criterios: impacto en el negocio, riesgo de no implementarlo, dependencia técnica entre componentes, y alineación con el alcance de este EP1. De los 18 requerimientos totales, nueve quedaron en prioridad Alta, cuatro en Media y ya implementados, dos en Media pero declarados como brechas —observabilidad y HTTPS— y tres en Baja, fuera de alcance porque corresponden a carrito y órdenes. Distinguimos requerimientos funcionales, como consultar y administrar el catálogo, de no funcionales, como disponibilidad, seguridad y costos. Esta priorización es la que definió, en la práctica, qué se construyó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
Esta es la vinculación directa entre requerimiento y solución que exige la pauta: cada uno de los nueve requerimientos de prioridad Alta tiene un componente AWS concreto que lo implementa, no una promesa genérica. Consultar y administrar el catálogo corren sobre los microservicios detrás del ALB. La alta disponibilidad y la escalabilidad automática dependen del Auto Scaling Group en dos zonas. La seguridad de red se resuelve con tres Security Groups encadenados y una base de datos sin ruta desde Internet. Cabe declarar que R14, observabilidad, y R15, HTTPS, fueron priorizados pero no implementados en esta etapa: es una decisión consciente, no un descuido, y se retoma más adelante.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
Esta es la arquitectura TO-BE completa, de tres capas sobre AWS, en la región us-east-1. La voy a recorrer siguiendo el flujo real de tráfico. El usuario entra por Internet y llega al Application Load Balancer, en las subredes públicas de la capa Web, escuchando en los puertos 80 y 443. El balanceador distribuye el tráfico hacia las instancias EC2 de la capa App, en dos zonas de disponibilidad, por el puerto 80. Dentro de cada instancia, nginx actúa como reverse proxy y enruta la solicitud al microservicio correspondiente, entre los puertos 3001 y 3004, según el método HTTP: GET, POST, PUT o DELETE. Esos microservicios se conectan a la instancia EC2 con MariaDB de la capa Data, por el puerto 3306. Además del tráfico de usuario hay dos flujos de gestión: las instancias App descargan sus imágenes Docker desde Amazon ECR durante el aprovisionamiento, y la base de datos se respalda diariamente hacia AWS Backup. Las subredes privadas salen a Internet únicamente a través del NAT Gateway, sin exponer las instancias directamente. En total: seis subredes /26, dos zonas de disponibilidad, tres capas. Y algo que pesa en la pauta: todas las flechas de este diagrama son direccionales, porque reflejan el sentido real en que viaja el tráfico entre capas.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
SI EL LAB ESTÁ ARRIBA:
En la consola abro VPC, freshbox-vpc, pestaña Subnets, y recorro las seis subredes /26. Luego voy a Route Tables y muestro freshbox-rt-private con sus cuatro subredes asociadas, y freshbox-rt-public con las dos subredes web.
SI EL LAB ESTÁ CAÍDO:
El laboratorio de AWS Academy expiró y los recursos ya no existen, así que muestro la evidencia del despliegue verificado el 18 de septiembre de 2026. Acá se ve la VPC freshbox-vpc, CIDR 10.0.0.0/22, en estado Available. La red está dividida en seis subredes /26, dos por capa, repartidas en us-east-1a y us-east-1b. La tabla de rutas privada tenía cuatro subredes asociadas explícitamente y salía a Internet por el NAT Gateway freshbox-natgw; la pública, con dos subredes, salía directo por el Internet Gateway.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
SI EL LAB ESTÁ ARRIBA:
Abro EC2, Security Groups, y muestro freshbox-sg-app: dos reglas de entrada, origen el SG del ALB. Luego freshbox-sg-bd: una regla, puerto 3306, origen el SG de App. Verifico que no exista ninguna regla al puerto 22.
SI EL LAB ESTÁ CAÍDO:
Esta es la evidencia del despliegue verificado el 18 de septiembre. El Security Group de la capa App tiene dos reglas de entrada, 80 y 443, con origen el Security Group del ALB, no un rango de IP. El de la capa de datos tiene una sola regla: puerto 3306, con origen el Security Group de App. Esto es lo que distingue este diseño: al referenciar el Security Group de origen, la regla sigue siendo válida cuando el Auto Scaling Group reemplaza instancias. Y en ningún Security Group hay una regla al puerto 22; toda la administración fue por AWS Systems Manager Session Manager, sin llaves SSH expuestas.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
SI EL LAB ESTÁ ARRIBA:
Voy al Target Group freshbox-tg-app y muestro los dos targets healthy, uno por zona. Luego abro AWS Backup y muestro el plan diario sobre la instancia de datos.
SI EL LAB ESTÁ CAÍDO:
Esta captura es del despliegue verificado el 18 de septiembre: el Target Group freshbox-tg-app registraba dos targets healthy, uno en us-east-1a y otro en us-east-1b, evidencia de que el tráfico seguía atendido si una instancia fallaba. Y este es el plan de AWS Backup: respaldo diario a las 03:00 UTC, con retención de 7 días sobre la instancia de base de datos. Pero el hallazgo más interesante no fue planeado: durante las pruebas, el Auto Scaling Group reemplazó automáticamente las dos instancias App originales por instancias nuevas, sin que nadie interviniera. Es auto-healing real, observado, no teórico.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1:15
SI EL LAB ESTÁ ARRIBA:
Abro las dos instancias EC2 de la capa App y muestro que ambas pertenecen al Auto Scaling Group. Luego voy a Amazon ECR y muestro los cinco repositorios con sus imágenes.
SI EL LAB ESTÁ CAÍDO:
Estas son las instancias del despliegue verificado el 18 de septiembre: las dos de la capa App, pertenecientes al Auto Scaling Group freshbox-asg-app, en us-east-1a y us-east-1b, con sus tres status checks en verde; la tercera es la base de datos MariaDB de la capa Data. Cada instancia App corre cinco contenedores Docker: el frontend con nginx en el puerto 80, y cuatro microservicios de producto, del 3001 al 3004, uno por operación CRUD. Las cinco imágenes están efectivamente en Amazon ECR, y las instancias las descargaron durante su aprovisionamiento automático. El punto técnico que quiero destacar: el navegador siempre llama a la ruta relativa /api/products sobre el puerto 80, y es nginx, dentro de la instancia, quien decide a qué microservicio enrutar según el método HTTP. Sin esa corrección, la aplicación no habría funcionado detrás del balanceador, porque el ALB solo expone 80 y 443, y las instancias están en subred privada.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1:15
SI EL LAB ESTÁ ARRIBA:
Desde el navegador, abro el DNS público del balanceador y ejecuto en vivo el listado, creo un producto, lo edito y lo elimino, para mostrar los cuatro métodos funcionando.
SI EL LAB ESTÁ CAÍDO:
Esta secuencia documenta la validación end-to-end realizada el 18 de septiembre, a través del DNS público del ALB. Primero, el listado inicial con los cinco productos originales, vía GET. Segundo, la creación de un nuevo producto, id 7, NARANAX, vía POST. Y tercero, el listado final después de eliminarlo con DELETE, de vuelta exactamente al estado original. Entre estas tres capturas también se ejercitó PUT para editar, y los cuatro métodos pasaron por el balanceador, atravesaron los Security Groups encadenados y llegaron a los microservicios correctos. Esto confirma, en conjunto, que la segmentación de red, la seguridad y la corrección de las rutas de API funcionan juntas, no solo en el papel.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
Declaramos siete brechas conocidas del entorno académico: sin HTTPS, un solo NAT Gateway, base de datos sin réplica, sin escalado dinámico, health check a nivel de instancia, sin observabilidad, y dependencia de una IP fija. Declararlas es parte del criterio de arquitecto, no un descuido.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
El mecanismo de recuperación funcionó y mantuvo el servicio disponible, pero sin observabilidad no pudimos reconstruir qué lo activó. Esa es la primera mejora antes de producción.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— no se expone durante la defensa; disponible para responder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— no se expone durante la defensa; disponible para responder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— no se expone durante la defensa; disponible para responder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828800" cy="0"/>
          </a:xfrm>
          <a:prstGeom prst="line">
            <a:avLst/>
          </a:prstGeom>
          <a:noFill/>
          <a:ln w="25400">
            <a:solidFill>
              <a:srgbClr val="6B8F7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PARCIAL 1 · ARY1102 — ARQUITECTURA CLOUD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4F5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Cloud para FreshBox SpA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8C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online de productos orgánicos sobre AWS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177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EXPOSITOR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461772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Cuevas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96519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49651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ARY1102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1266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531266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Horacio Aguilar González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66013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INSTITUCIÓN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566013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DuocUC — Escuela de Informática y Telecomunicaciones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00760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60076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de septiembre de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CASO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FreshBox SpA: crecer sin quebrar el servicio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 chilena de productos orgánicos, despacho a domicilio en la RM</a:t>
            </a:r>
            <a:endParaRPr lang="en-US" sz="16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40% trimestral ≈ ×3,8 en un año</a:t>
            </a:r>
            <a:endParaRPr lang="en-US" sz="16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Sobredimensionar inmoviliza capital que la operación necesita</a:t>
            </a:r>
            <a:endParaRPr lang="en-US" sz="16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Subdimensionar cae el servicio justo con más ventas en juego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5074920"/>
            <a:ext cx="10881360" cy="1234440"/>
          </a:xfrm>
          <a:prstGeom prst="rect">
            <a:avLst/>
          </a:prstGeom>
          <a:solidFill>
            <a:srgbClr val="F4F5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51937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 ESTA ETAPA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4864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administrable de productos. Carrito y procesamiento de órdenes quedan fuera y se abordarán en etapas posteriores.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691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NECESIDADES DECLARADAS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75120" y="205740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E2A3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20574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de productos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75120" y="2715768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E2A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03720" y="271576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productos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675120" y="3374136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E2A3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03720" y="337413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automática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75120" y="4032504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E2A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403250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675120" y="4690872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E2A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03720" y="469087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operacional y financiera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FreshBox SpA · EP1 ARY1102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CASO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de arquitectura, ancladas al negocio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520440"/>
        </p:xfrm>
        <a:graphic>
          <a:graphicData uri="http://schemas.openxmlformats.org/drawingml/2006/table">
            <a:tbl>
              <a:tblPr/>
              <a:tblGrid>
                <a:gridCol w="3108960"/>
                <a:gridCol w="4206240"/>
                <a:gridCol w="3749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 del negocio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 de arquitectura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medible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Crecimiento 40% trimestral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ASG freshbox-asg-app (mín. 2 / máx. 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 duplicable sin intervención humana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Continuidad del servicio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 + 2 AZs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Reemplazo automático de instancias, observado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Optimización financiera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Graviton t4g.small + pago por uso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inversión en hardware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Protección de la información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Cifrado EBS + 3 capas + BD sin ruta a Internet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SG-bd solo acepta 3306 desde SG-app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Agilidad futura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Microservicios + Amazon ECR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Carrito se agrega sin tocar la 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operacional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IaC + Session Manager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Entorno reproducible en 15–20 min, cero SSH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solidFill>
            <a:srgbClr val="F4F5F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5559552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esperados:  </a:t>
            </a:r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elasticidad sin comprar hardware · continuidad ante falla de una AZ · cero CAPEX · entorno reproducible en 15–20 min · base lista para carrito y órdenes sin rediseñar la red.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FreshBox SpA · EP1 ARY1102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requerimientos, priorizados con 4 criterios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4F5F4"/>
          </a:solidFill>
          <a:ln w="9525">
            <a:solidFill>
              <a:srgbClr val="E3E5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7647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8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21408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el negocio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19272" y="169164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4F5F4"/>
          </a:solidFill>
          <a:ln w="9525">
            <a:solidFill>
              <a:srgbClr val="E3E5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7647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8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121408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no implementarlo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9904" y="169164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4F5F4"/>
          </a:solidFill>
          <a:ln w="9525">
            <a:solidFill>
              <a:srgbClr val="E3E5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99632" y="17647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8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199632" y="2121408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técnica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0536" y="169164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4F5F4"/>
          </a:solidFill>
          <a:ln w="9525">
            <a:solidFill>
              <a:srgbClr val="E3E5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70264" y="17647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8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970264" y="2121408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con el alcance del EP1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LOS 18 REQUERIMIENTOS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254203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47472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526280"/>
            <a:ext cx="22677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prioridad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27832" y="3337560"/>
            <a:ext cx="254203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27832" y="347472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B8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22" name="Text 20"/>
          <p:cNvSpPr txBox="1"/>
          <p:nvPr/>
        </p:nvSpPr>
        <p:spPr>
          <a:xfrm>
            <a:off x="3364992" y="4526280"/>
            <a:ext cx="22677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— implementados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07024" y="3337560"/>
            <a:ext cx="254203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07024" y="347472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25" name="Text 23"/>
          <p:cNvSpPr txBox="1"/>
          <p:nvPr/>
        </p:nvSpPr>
        <p:spPr>
          <a:xfrm>
            <a:off x="6044184" y="4526280"/>
            <a:ext cx="22677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— declarados sin implementar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586216" y="3337560"/>
            <a:ext cx="254203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86216" y="347472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AA3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28" name="Text 26"/>
          <p:cNvSpPr txBox="1"/>
          <p:nvPr/>
        </p:nvSpPr>
        <p:spPr>
          <a:xfrm>
            <a:off x="8723376" y="4526280"/>
            <a:ext cx="22677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— fuera de alcance (R16–R18)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FreshBox SpA · EP1 ARY1102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R01–R09: la prioridad Alta, implementada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572000"/>
        </p:xfrm>
        <a:graphic>
          <a:graphicData uri="http://schemas.openxmlformats.org/drawingml/2006/table">
            <a:tbl>
              <a:tblPr/>
              <a:tblGrid>
                <a:gridCol w="822960"/>
                <a:gridCol w="5120640"/>
                <a:gridCol w="51206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Requerimiento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 AWS que lo implementa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8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Consultar catálogo (listado y detalle)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get-products + ALB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8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Administrar productos (crear, editar, eliminar)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/ update / delete-product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8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disponibilidad Multi-AZ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 + ASG en 2 AZs + 6 subredes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8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Escalabilidad automática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ASG mín. 2 / máx.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8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Aislamiento de red por capas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capas + 3 SGs encadenados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8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 no accesible desde Internet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Subred privada + SG-bd (3306 ← SG-app)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8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Cifrado de datos en reposo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Cifrado EBS en App y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8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Respaldo y recuperación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Backup diario, retención 7 días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8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 controlada a Internet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 Gateway freshbox-natgw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FreshBox SpA · EP1 ARY1102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mage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0478" y="685800"/>
            <a:ext cx="9450738" cy="6035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TO-BE · FRESHBOX SPA · AWS US-EAST-1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Y SEGURIDAD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Red: VPC, subredes y enrutamiento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029200" cy="1463040"/>
        </p:xfrm>
        <a:graphic>
          <a:graphicData uri="http://schemas.openxmlformats.org/drawingml/2006/table">
            <a:tbl>
              <a:tblPr/>
              <a:tblGrid>
                <a:gridCol w="173736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Subred us-east-1a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Subred us-east-1b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(pública)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10.0.0.0/26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10.0.0.64/26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(privada)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10.0.0.128/26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10.0.0.192/26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(privada)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10.0.1.0/26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10.0.1.64/26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2918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freshbox-vpc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CIDR 10.0.0.0/22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pública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vía IGW (2 subredes)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privada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vía NAT freshbox-natgw, EIP 100.27.78.176 (4 subredes)</a:t>
            </a:r>
            <a:endParaRPr lang="en-US" sz="1300" dirty="0"/>
          </a:p>
        </p:txBody>
      </p:sp>
      <p:pic>
        <p:nvPicPr>
          <p:cNvPr id="6" name="Image 0" descr="/home/claude/work/images/img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645920"/>
            <a:ext cx="5806440" cy="186289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852160" y="3554539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— VPC freshbox-vpc, CIDR 10.0.0.0/22</a:t>
            </a:r>
            <a:endParaRPr lang="en-US" sz="1000" dirty="0"/>
          </a:p>
        </p:txBody>
      </p:sp>
      <p:pic>
        <p:nvPicPr>
          <p:cNvPr id="8" name="Image 1" descr="/home/claude/work/images/img-0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4160520"/>
            <a:ext cx="5806440" cy="115835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852160" y="5364595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— Route tables: privada con 4 subredes, pública con 2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FreshBox SpA · EP1 ARY1102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Y SEGURIDAD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Seguridad: Security Groups encadenados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freshbox-sg-alb: 80 y 443 desde 0.0.0.0/0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freshbox-sg-app: 80 y 443, origen = SG del ALB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freshbox-sg-bd: 3306, origen = SG de App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regla al puerto 22 — administración vía Session Manager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4709160"/>
            <a:ext cx="5120640" cy="1325880"/>
          </a:xfrm>
          <a:prstGeom prst="rect">
            <a:avLst/>
          </a:prstGeom>
          <a:solidFill>
            <a:srgbClr val="F4F5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8280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diferenciador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1206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referencian el Security Group de origen, no un rango de IP: siguen siendo válidas cuando el Auto Scaling Group reemplaza instancias.</a:t>
            </a:r>
            <a:endParaRPr lang="en-US" sz="1250" dirty="0"/>
          </a:p>
        </p:txBody>
      </p:sp>
      <p:pic>
        <p:nvPicPr>
          <p:cNvPr id="8" name="Image 0" descr="/home/claude/work/images/img-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645920"/>
            <a:ext cx="5806440" cy="12990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852160" y="299070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— freshbox-sg-app: 2 reglas de entrada</a:t>
            </a:r>
            <a:endParaRPr lang="en-US" sz="1000" dirty="0"/>
          </a:p>
        </p:txBody>
      </p:sp>
      <p:pic>
        <p:nvPicPr>
          <p:cNvPr id="10" name="Image 1" descr="/home/claude/work/images/img-0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3977640"/>
            <a:ext cx="5806440" cy="12979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52160" y="532127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— freshbox-sg-bd: 1 regla de entrada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FreshBox SpA · EP1 ARY1102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Y SEGURIDAD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 disponibilidad: Multi-AZ con recuperación automática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internet-facing en 2 subredes públicas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 freshbox-asg-app: mín. 2 / máx. 4 / deseada 2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 en us-east-1a y us-east-1b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Backup diario 03:00 UTC, retención 7 días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5120640" cy="146304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69087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98348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ASG reemplazó instancias automáticamente, sin intervención manual: auto-healing real, observado, no teórico.</a:t>
            </a:r>
            <a:endParaRPr lang="en-US" sz="1300" dirty="0"/>
          </a:p>
        </p:txBody>
      </p:sp>
      <p:pic>
        <p:nvPicPr>
          <p:cNvPr id="8" name="Image 0" descr="/home/claude/work/images/img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645920"/>
            <a:ext cx="5806440" cy="8084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852160" y="250013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— Target Group: 2 targets Healthy, una por AZ</a:t>
            </a:r>
            <a:endParaRPr lang="en-US" sz="1000" dirty="0"/>
          </a:p>
        </p:txBody>
      </p:sp>
      <p:pic>
        <p:nvPicPr>
          <p:cNvPr id="10" name="Image 1" descr="/home/claude/work/images/img-0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3337560"/>
            <a:ext cx="5806440" cy="10696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52160" y="4452887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— Plan de respaldo diario, retención 7 días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FreshBox SpA · EP1 ARY1102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contenedores, un balanceador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029200" cy="214884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463040"/>
              </a:tblGrid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Contenedor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(nginx)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get-products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create-product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update-product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delete-product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77640"/>
            <a:ext cx="5029200" cy="2057400"/>
          </a:xfrm>
          <a:prstGeom prst="rect">
            <a:avLst/>
          </a:prstGeom>
          <a:solidFill>
            <a:srgbClr val="F4F5F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4096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técnico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38912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siempre llama a la ruta relativa /api/products sobre el puerto 80. nginx, dentro de la instancia, enruta al microservicio según el método HTTP.</a:t>
            </a:r>
            <a:endParaRPr lang="en-US" sz="1300" dirty="0"/>
          </a:p>
        </p:txBody>
      </p:sp>
      <p:pic>
        <p:nvPicPr>
          <p:cNvPr id="8" name="Image 0" descr="/home/claude/work/images/img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645920"/>
            <a:ext cx="4517833" cy="2468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52160" y="41605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— Instancias EC2: 2 App (ASG) + 1 Data (MariaDB)</a:t>
            </a:r>
            <a:endParaRPr lang="en-US" sz="1000" dirty="0"/>
          </a:p>
        </p:txBody>
      </p:sp>
      <p:pic>
        <p:nvPicPr>
          <p:cNvPr id="10" name="Image 1" descr="/home/claude/work/images/img-0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4434840"/>
            <a:ext cx="5806440" cy="18863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852160" y="636691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— 5 repositorios en Amazon ECR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FreshBox SpA · EP1 ARY1102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validado de extremo a extremo</a:t>
            </a:r>
            <a:endParaRPr lang="en-US" sz="3000" dirty="0"/>
          </a:p>
        </p:txBody>
      </p:sp>
      <p:pic>
        <p:nvPicPr>
          <p:cNvPr id="4" name="Image 0" descr="/home/claude/work/images/img-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38272"/>
            <a:ext cx="3611880" cy="147289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25780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GET — listado inicial (5 productos)</a:t>
            </a:r>
            <a:endParaRPr lang="en-US" sz="1150" dirty="0"/>
          </a:p>
        </p:txBody>
      </p:sp>
      <p:pic>
        <p:nvPicPr>
          <p:cNvPr id="6" name="Image 1" descr="/home/claude/work/images/img-0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3236696"/>
            <a:ext cx="3611880" cy="47604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97680" y="525780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POST — producto creado (id 7, NARANAX)</a:t>
            </a:r>
            <a:endParaRPr lang="en-US" sz="1150" dirty="0"/>
          </a:p>
        </p:txBody>
      </p:sp>
      <p:pic>
        <p:nvPicPr>
          <p:cNvPr id="8" name="Image 2" descr="/home/claude/work/images/img-0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67219"/>
            <a:ext cx="3611880" cy="241500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046720" y="525780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DELETE — listado final (vuelve al original)</a:t>
            </a:r>
            <a:endParaRPr lang="en-US" sz="115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métodos —GET, POST, PUT, DELETE— se ejercitaron por el DNS público del balanceador.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FreshBox SpA · EP1 ARY1102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TÉCNICO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Brechas declaradas, no escondidas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051560"/>
          </a:xfrm>
          <a:prstGeom prst="rect">
            <a:avLst/>
          </a:prstGeom>
          <a:solidFill>
            <a:srgbClr val="F4F5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listener HTTPS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certificado ACM + listener 443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44068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97180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único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8328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NAT Gateway por zona de disponibilidad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440680" cy="1051560"/>
          </a:xfrm>
          <a:prstGeom prst="rect">
            <a:avLst/>
          </a:prstGeom>
          <a:solidFill>
            <a:srgbClr val="F4F5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11480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autoadministrada, sin réplica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52628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a Amazon RDS Multi-AZ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544068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525780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 sin escalado dinámico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66928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Target Tracking Scaling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1737360"/>
            <a:ext cx="5440680" cy="1051560"/>
          </a:xfrm>
          <a:prstGeom prst="rect">
            <a:avLst/>
          </a:prstGeom>
          <a:solidFill>
            <a:srgbClr val="F4F5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182880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HealthCheckType a nivel de instancia (EC2)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24028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a ELB, health check a /api/products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2880360"/>
            <a:ext cx="544068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297180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observabilidad (métricas, logs, alarmas)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38328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Agent + alarmas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4023360"/>
            <a:ext cx="5440680" cy="1051560"/>
          </a:xfrm>
          <a:prstGeom prst="rect">
            <a:avLst/>
          </a:prstGeom>
          <a:solidFill>
            <a:srgbClr val="F4F5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5080" y="411480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referenciada por IP privada fija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452628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por nombre (Route 53 privado)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FreshBox SpA · EP1 ARY1102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2651760"/>
            <a:ext cx="1828800" cy="0"/>
          </a:xfrm>
          <a:prstGeom prst="line">
            <a:avLst/>
          </a:prstGeom>
          <a:noFill/>
          <a:ln w="25400">
            <a:solidFill>
              <a:srgbClr val="6B8F7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80160" y="2788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Resiliente, pero opaco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6118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8C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Auto Scaling Group se recuperó solo, pero sin observabilidad no supimos qué lo activó. Esa es la primera mejora antes de producción.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5029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A1 — NO SE EXPONE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probables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MariaDB y no MySQL?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93392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2023 no trae el paquete oficial de MySQL Server; MariaDB es wire-compatible y evita repositorios externos.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24328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hay HTTPS?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listener 443 requiere certificado ACM y dominio propio, fuera del alcance académico. El SG ya reserva 443 para cuando se agregue.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57016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EC2 y no RDS?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5876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alcance del EP1 y control del entorno académico; declarado como brecha, con recomendación de migrar a RDS Multi-AZ.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89704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si se cae una AZ?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91456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ALB enruta al target sano, pero la BD vive en una sola AZ: las operaciones no se completarían. Motivo central de recomendar RDS Multi-AZ.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2239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toma recrear el entorno?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2414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minutos con las 5 plantillas de CloudFormation; runbook versionado en el repositorio.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FreshBox SpA · EP1 ARY1102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A2 — NO SE EXPONE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Identificadores del despliegue verificado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475488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 / región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334767299218 · us-east-1 · verificado 18/09/2026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 del balanceador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freshbox-alb-933788468.us-east-1.elb.amazonaws.com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vpc-0be08aefab15d0945 · 10.0.0.0/22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Instancias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i-016e07318bb71bcbe (10.0.0.253, 1b) · i-0dd7f85d9dfc342ea (10.0.0.143, 1a)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Instancia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i-096324afebf1a0539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Instancias reemplazadas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i-0cfb5552cdf4faecc · i-0d22849f21e783c74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Groups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sg-app sg-00520ee631b9d68c7 · sg-bd sg-07e9f0a7448e1e386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table privada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rtb-07d378b8b99c8e63d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 Gateway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freshbox-natgw · EIP 100.27.78.176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instancia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t4g.small (AWS Graviton, ARM64) ×3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freshbox-asg-app · mín. 2 / máx. 4 / deseada 2 · HealthCheckType EC2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Backup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cron(0 3 * * ? *) · retención 7 días · vault freshbox-backup-vault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CloudFormation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01-red · 02-security-groups · 03-compute · 04-alb · 05-backup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FreshBox SpA · EP1 ARY1102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A3 — NO SE EXPONE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Defectos detectados y corregidos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llamaba a puertos fijos (3001–3004) → corregido a ruta relativa /api/products con nginx como reverse proxy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Hostnames de contenedores no coincidían → corregido con --network-alias en el despliegue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build en amd64 incompatibles con Graviton (ARM64) → build multiplataforma con QEMU y docker buildx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2023 sin paquete oficial de MySQL → se instaló MariaDB, wire-compatible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FreshBox SpA · EP1 ARY1102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2026-09-22T20:23:07Z</dcterms:created>
  <dcterms:modified xsi:type="dcterms:W3CDTF">2026-09-22T20:23:07Z</dcterms:modified>
</cp:coreProperties>
</file>